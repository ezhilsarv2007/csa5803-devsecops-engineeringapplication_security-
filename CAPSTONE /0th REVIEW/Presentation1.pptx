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3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7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6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33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1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04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62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94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01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57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5955-5CBC-4E1E-938B-2E0AA9E3A5D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41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75955-5CBC-4E1E-938B-2E0AA9E3A5D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E0CB1-67EF-4A15-AC8C-36DEA033F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67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1447800"/>
            <a:ext cx="8763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Cloud-Based Secure Document Management System with Continuous Security Monitoring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5000" y="2754004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CSA5803- DEVSECOPS ENGINEERING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5332005"/>
            <a:ext cx="289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GUIDED BY-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Dr. R. PITCHANDI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38600" y="5024229"/>
            <a:ext cx="49430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PRESENTED BY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SYED SANIYA IQBAL(192465043)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MANDA KRUTHIKA REDDY(192465037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EZHILARASI S (192521187)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52401"/>
            <a:ext cx="990600" cy="1143000"/>
          </a:xfrm>
          <a:prstGeom prst="rect">
            <a:avLst/>
          </a:prstGeom>
        </p:spPr>
      </p:pic>
      <p:pic>
        <p:nvPicPr>
          <p:cNvPr id="9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2399" y="134721"/>
            <a:ext cx="1305339" cy="1084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19200" y="156577"/>
            <a:ext cx="675805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spc="-210" dirty="0" smtClean="0">
                <a:solidFill>
                  <a:srgbClr val="EE230C"/>
                </a:solidFill>
                <a:latin typeface="Times New Roman" pitchFamily="18" charset="0"/>
                <a:cs typeface="Times New Roman" pitchFamily="18" charset="0"/>
              </a:rPr>
              <a:t>SIMATS</a:t>
            </a:r>
            <a:r>
              <a:rPr lang="en-IN" sz="2400" b="1" spc="-135" dirty="0" smtClean="0">
                <a:solidFill>
                  <a:srgbClr val="EE230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b="1" spc="-160" dirty="0" smtClean="0">
                <a:solidFill>
                  <a:srgbClr val="EE230C"/>
                </a:solidFill>
                <a:latin typeface="Times New Roman" pitchFamily="18" charset="0"/>
                <a:cs typeface="Times New Roman" pitchFamily="18" charset="0"/>
              </a:rPr>
              <a:t>ENGINEERING</a:t>
            </a:r>
          </a:p>
          <a:p>
            <a:r>
              <a:rPr lang="en-US" sz="2400" b="1" spc="-165" dirty="0" err="1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Saveetha</a:t>
            </a:r>
            <a:r>
              <a:rPr lang="en-US" sz="2400" b="1" spc="-210" dirty="0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95" dirty="0" err="1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b="1" spc="-85" dirty="0" err="1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stitue</a:t>
            </a:r>
            <a:r>
              <a:rPr lang="en-US" sz="2400" b="1" spc="-85" dirty="0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0" dirty="0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b="1" spc="-340" dirty="0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5" dirty="0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</a:t>
            </a:r>
            <a:r>
              <a:rPr lang="en-US" sz="2400" b="1" spc="-250" dirty="0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100" dirty="0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b="1" spc="-220" dirty="0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605" dirty="0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1" spc="-90" dirty="0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echnica</a:t>
            </a:r>
            <a:r>
              <a:rPr lang="en-US" sz="2400" b="1" spc="-80" dirty="0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b="1" spc="-210" dirty="0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10" dirty="0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Sciences </a:t>
            </a:r>
          </a:p>
          <a:p>
            <a:pPr algn="ctr"/>
            <a:r>
              <a:rPr lang="en-US" sz="2400" b="1" spc="-260" dirty="0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Chennai - </a:t>
            </a:r>
            <a:r>
              <a:rPr lang="en-US" sz="2400" b="1" spc="-280" dirty="0" smtClean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602105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98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676400"/>
            <a:ext cx="8305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Cloud-based document management enables users to securely store, access, and share documents over the internet from any location.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Protecting sensitive data through encryption, authentication, and access control is essential in modern cloud environments.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Continuous security monitoring helps detect suspicious activities and potential cyber threats in real time.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Integrating security into cloud document management improves data confidentiality, integrity, and availability while reducing security risks.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project combines secure cloud storage with continuous threat monitoring to provide a reliable and secure document management solution.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1469" y="152400"/>
            <a:ext cx="1520062" cy="1342897"/>
          </a:xfrm>
          <a:prstGeom prst="rect">
            <a:avLst/>
          </a:prstGeom>
        </p:spPr>
      </p:pic>
      <p:pic>
        <p:nvPicPr>
          <p:cNvPr id="7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0"/>
            <a:ext cx="110358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6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LITERATURE SURVEY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043432"/>
              </p:ext>
            </p:extLst>
          </p:nvPr>
        </p:nvGraphicFramePr>
        <p:xfrm>
          <a:off x="457200" y="1524000"/>
          <a:ext cx="8162725" cy="491348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32545"/>
                <a:gridCol w="1632545"/>
                <a:gridCol w="1632545"/>
                <a:gridCol w="1632545"/>
                <a:gridCol w="1632545"/>
              </a:tblGrid>
              <a:tr h="27196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Year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Author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Advantage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Disadvantage</a:t>
                      </a:r>
                    </a:p>
                  </a:txBody>
                  <a:tcPr marL="62861" marR="62861" marT="31430" marB="31430" anchor="ctr"/>
                </a:tc>
              </a:tr>
              <a:tr h="66140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Security &amp; Privacy in Cloud Workflows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2023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N. Soveizi et al.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Strong cloud security review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No real-time monitoring</a:t>
                      </a:r>
                    </a:p>
                  </a:txBody>
                  <a:tcPr marL="62861" marR="62861" marT="31430" marB="31430" anchor="ctr"/>
                </a:tc>
              </a:tr>
              <a:tr h="1087844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Cloud-Based Document Management: Bibliometric Review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2024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D. Silva, C. Coutinho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Explains DMS trends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No security implementation</a:t>
                      </a:r>
                    </a:p>
                  </a:txBody>
                  <a:tcPr marL="62861" marR="62861" marT="31430" marB="31430" anchor="ctr"/>
                </a:tc>
              </a:tr>
              <a:tr h="108784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Secure Document Management Systems: A Review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F. M. Ozman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Covers encryption &amp; access control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No practical framework</a:t>
                      </a:r>
                    </a:p>
                  </a:txBody>
                  <a:tcPr marL="62861" marR="62861" marT="31430" marB="31430" anchor="ctr"/>
                </a:tc>
              </a:tr>
              <a:tr h="883874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Cloud-Native Security Techniques Survey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T. Arif et al.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Covers Zero Trust &amp; cloud security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Not document-specific</a:t>
                      </a:r>
                    </a:p>
                  </a:txBody>
                  <a:tcPr marL="62861" marR="62861" marT="31430" marB="31430" anchor="ctr"/>
                </a:tc>
              </a:tr>
              <a:tr h="883874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Jampile: Secure Cloud File Management Platform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2026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J. H. Macapato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Implements RBAC &amp; secure storage</a:t>
                      </a:r>
                    </a:p>
                  </a:txBody>
                  <a:tcPr marL="62861" marR="62861" marT="31430" marB="3143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No SIEM or threat detection</a:t>
                      </a:r>
                    </a:p>
                  </a:txBody>
                  <a:tcPr marL="62861" marR="62861" marT="31430" marB="31430" anchor="ctr"/>
                </a:tc>
              </a:tr>
            </a:tbl>
          </a:graphicData>
        </a:graphic>
      </p:graphicFrame>
      <p:pic>
        <p:nvPicPr>
          <p:cNvPr id="11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1469" y="152400"/>
            <a:ext cx="1520062" cy="1342897"/>
          </a:xfrm>
          <a:prstGeom prst="rect">
            <a:avLst/>
          </a:prstGeom>
        </p:spPr>
      </p:pic>
      <p:pic>
        <p:nvPicPr>
          <p:cNvPr id="12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0"/>
            <a:ext cx="110358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78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Existing cloud document systems mainly focus on storage rather than continuous security monitoring.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Real-time detection of unauthorized access and cyber threats is still limited.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Many solutions provide encryption but lack integrated threat detection and alerting.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Audit logging and security event analysis are often insufficient for rapid incident response.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unified secure document management system with continuous monitoring is needed to improve cloud security.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1469" y="152400"/>
            <a:ext cx="1520062" cy="1342897"/>
          </a:xfrm>
          <a:prstGeom prst="rect">
            <a:avLst/>
          </a:prstGeom>
        </p:spPr>
      </p:pic>
      <p:pic>
        <p:nvPicPr>
          <p:cNvPr id="5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0"/>
            <a:ext cx="110358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25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OBJECTIVES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establish a zero-trust environment for secure document access in the cloud.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safeguard sensitive documents using encryption and role-based authorization mechanisms.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enable continuous security monitoring for proactive identification of suspicious activities.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automate threat detection and alert generation for rapid incident response.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build a resilient cloud document management system by integrating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DevSecOps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security practices throughout the application lifecycle.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1469" y="152400"/>
            <a:ext cx="1520062" cy="1342897"/>
          </a:xfrm>
          <a:prstGeom prst="rect">
            <a:avLst/>
          </a:prstGeom>
        </p:spPr>
      </p:pic>
      <p:pic>
        <p:nvPicPr>
          <p:cNvPr id="5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0"/>
            <a:ext cx="110358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73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MODULES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Module 1: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Secure User Authentication and Access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Control</a:t>
            </a:r>
          </a:p>
          <a:p>
            <a:pPr marL="0" indent="0" algn="ctr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Module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2: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Secure Cloud Document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Management</a:t>
            </a:r>
          </a:p>
          <a:p>
            <a:pPr marL="0" indent="0" algn="ctr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Module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3: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Continuous Security Monitoring and Threat Detection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1469" y="152400"/>
            <a:ext cx="1520062" cy="1342897"/>
          </a:xfrm>
          <a:prstGeom prst="rect">
            <a:avLst/>
          </a:prstGeom>
        </p:spPr>
      </p:pic>
      <p:pic>
        <p:nvPicPr>
          <p:cNvPr id="5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0"/>
            <a:ext cx="110358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9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14297"/>
            <a:ext cx="6858000" cy="762000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MODULE 1</a:t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Secure User Authentication and Access Control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0200" y="2895600"/>
            <a:ext cx="7696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User Registration and Login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Multi-Factor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Authentication (MFA)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Role-Based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Access Control (RBAC)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Session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Management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User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Authorization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0" y="152401"/>
            <a:ext cx="1026730" cy="838199"/>
          </a:xfrm>
          <a:prstGeom prst="rect">
            <a:avLst/>
          </a:prstGeom>
        </p:spPr>
      </p:pic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0"/>
            <a:ext cx="110358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95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 smtClean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067800" cy="1676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MODULE 2</a:t>
            </a:r>
          </a:p>
          <a:p>
            <a:pPr marL="0" indent="0" algn="ctr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Secure Cloud Document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48000"/>
            <a:ext cx="82657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Secure File Upload and Download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AES-256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Document Encryption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Cloud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Storage Integration (AWS S3/Firebase/Azure)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Secure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Document Sharing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File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Version Management 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399" y="152401"/>
            <a:ext cx="1179131" cy="990600"/>
          </a:xfrm>
          <a:prstGeom prst="rect">
            <a:avLst/>
          </a:prstGeom>
        </p:spPr>
      </p:pic>
      <p:pic>
        <p:nvPicPr>
          <p:cNvPr id="6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1"/>
            <a:ext cx="1103582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7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 smtClean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067800" cy="1676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MODULE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Continuous Security Monitoring and Threat Detection</a:t>
            </a:r>
          </a:p>
          <a:p>
            <a:pPr marL="0" indent="0" algn="ctr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3048000"/>
            <a:ext cx="7696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Real-Time Activity Monitoring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Log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Collection and Audit Trails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Suspicious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Activity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Detection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Security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Alerts and Notifications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Threat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Analysis Dashboard (SIEM Integration)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399" y="152401"/>
            <a:ext cx="1179131" cy="990600"/>
          </a:xfrm>
          <a:prstGeom prst="rect">
            <a:avLst/>
          </a:prstGeom>
        </p:spPr>
      </p:pic>
      <p:pic>
        <p:nvPicPr>
          <p:cNvPr id="6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2401"/>
            <a:ext cx="1103582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71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lc="http://schemas.openxmlformats.org/drawingml/2006/lockedCanvas" xmlns:a16="http://schemas.microsoft.com/office/drawing/2014/main" xmlns="" id="{CF36825B-ACCD-B6CE-4A3C-89D664C5E2C5}"/>
              </a:ext>
            </a:extLst>
          </p:cNvPr>
          <p:cNvSpPr txBox="1"/>
          <p:nvPr/>
        </p:nvSpPr>
        <p:spPr>
          <a:xfrm>
            <a:off x="952500" y="2644170"/>
            <a:ext cx="7239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lvl="0">
              <a:defRPr kern="0"/>
            </a:defPPr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lang="en-IN" sz="9600" dirty="0">
                <a:solidFill>
                  <a:schemeClr val="tx2"/>
                </a:solidFill>
                <a:latin typeface="Algerian" panose="04020705040A02060702" pitchFamily="82" charset="0"/>
              </a:rPr>
              <a:t>THANK YOU</a:t>
            </a:r>
          </a:p>
        </p:txBody>
      </p:sp>
      <p:pic>
        <p:nvPicPr>
          <p:cNvPr id="3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52400"/>
            <a:ext cx="1103582" cy="1342897"/>
          </a:xfrm>
          <a:prstGeom prst="rect">
            <a:avLst/>
          </a:prstGeom>
        </p:spPr>
      </p:pic>
      <p:pic>
        <p:nvPicPr>
          <p:cNvPr id="4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31469" y="152400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72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478</Words>
  <Application>Microsoft Office PowerPoint</Application>
  <PresentationFormat>On-screen Show (4:3)</PresentationFormat>
  <Paragraphs>86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INTRODUCTION</vt:lpstr>
      <vt:lpstr>LITERATURE SURVEY</vt:lpstr>
      <vt:lpstr>PROBLEM STATEMENT</vt:lpstr>
      <vt:lpstr>OBJECTIVES</vt:lpstr>
      <vt:lpstr>MODULES</vt:lpstr>
      <vt:lpstr>MODULE 1  Secure User Authentication and Access Control  </vt:lpstr>
      <vt:lpstr> </vt:lpstr>
      <vt:lpstr>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WELCOME</cp:lastModifiedBy>
  <cp:revision>7</cp:revision>
  <dcterms:created xsi:type="dcterms:W3CDTF">2026-07-28T06:09:52Z</dcterms:created>
  <dcterms:modified xsi:type="dcterms:W3CDTF">2026-07-28T08:10:23Z</dcterms:modified>
</cp:coreProperties>
</file>