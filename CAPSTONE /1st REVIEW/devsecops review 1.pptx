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4.jpg" ContentType="image/jpe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7" r:id="rId7"/>
    <p:sldId id="261" r:id="rId8"/>
    <p:sldId id="262" r:id="rId9"/>
    <p:sldId id="263" r:id="rId10"/>
    <p:sldId id="265" r:id="rId11"/>
    <p:sldId id="270" r:id="rId12"/>
    <p:sldId id="268" r:id="rId13"/>
    <p:sldId id="264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1378" y="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zhil saravanan" userId="8f9ce14b9b8a35db" providerId="LiveId" clId="{0E5C98B4-6D60-43F5-AC34-44B8F2FFBFDB}"/>
    <pc:docChg chg="custSel modSld">
      <pc:chgData name="ezhil saravanan" userId="8f9ce14b9b8a35db" providerId="LiveId" clId="{0E5C98B4-6D60-43F5-AC34-44B8F2FFBFDB}" dt="2026-08-02T17:09:20.345" v="4" actId="732"/>
      <pc:docMkLst>
        <pc:docMk/>
      </pc:docMkLst>
      <pc:sldChg chg="addSp delSp modSp mod">
        <pc:chgData name="ezhil saravanan" userId="8f9ce14b9b8a35db" providerId="LiveId" clId="{0E5C98B4-6D60-43F5-AC34-44B8F2FFBFDB}" dt="2026-08-02T17:09:20.345" v="4" actId="732"/>
        <pc:sldMkLst>
          <pc:docMk/>
          <pc:sldMk cId="1373280672" sldId="267"/>
        </pc:sldMkLst>
        <pc:picChg chg="add mod modCrop">
          <ac:chgData name="ezhil saravanan" userId="8f9ce14b9b8a35db" providerId="LiveId" clId="{0E5C98B4-6D60-43F5-AC34-44B8F2FFBFDB}" dt="2026-08-02T17:09:20.345" v="4" actId="732"/>
          <ac:picMkLst>
            <pc:docMk/>
            <pc:sldMk cId="1373280672" sldId="267"/>
            <ac:picMk id="4" creationId="{E45751B5-ED9A-DCC0-3FAB-7FC9938DBA47}"/>
          </ac:picMkLst>
        </pc:picChg>
        <pc:picChg chg="del">
          <ac:chgData name="ezhil saravanan" userId="8f9ce14b9b8a35db" providerId="LiveId" clId="{0E5C98B4-6D60-43F5-AC34-44B8F2FFBFDB}" dt="2026-08-02T17:09:06.889" v="0" actId="478"/>
          <ac:picMkLst>
            <pc:docMk/>
            <pc:sldMk cId="1373280672" sldId="267"/>
            <ac:picMk id="9" creationId="{FCEDFEAE-E9F5-0778-69CC-18248795744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5955-5CBC-4E1E-938B-2E0AA9E3A5D1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E0CB1-67EF-4A15-AC8C-36DEA033F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73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5955-5CBC-4E1E-938B-2E0AA9E3A5D1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E0CB1-67EF-4A15-AC8C-36DEA033F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7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5955-5CBC-4E1E-938B-2E0AA9E3A5D1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E0CB1-67EF-4A15-AC8C-36DEA033F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36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5955-5CBC-4E1E-938B-2E0AA9E3A5D1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E0CB1-67EF-4A15-AC8C-36DEA033F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33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5955-5CBC-4E1E-938B-2E0AA9E3A5D1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E0CB1-67EF-4A15-AC8C-36DEA033F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13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5955-5CBC-4E1E-938B-2E0AA9E3A5D1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E0CB1-67EF-4A15-AC8C-36DEA033F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304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5955-5CBC-4E1E-938B-2E0AA9E3A5D1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E0CB1-67EF-4A15-AC8C-36DEA033F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62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5955-5CBC-4E1E-938B-2E0AA9E3A5D1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E0CB1-67EF-4A15-AC8C-36DEA033F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94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5955-5CBC-4E1E-938B-2E0AA9E3A5D1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E0CB1-67EF-4A15-AC8C-36DEA033F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001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5955-5CBC-4E1E-938B-2E0AA9E3A5D1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E0CB1-67EF-4A15-AC8C-36DEA033F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857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5955-5CBC-4E1E-938B-2E0AA9E3A5D1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E0CB1-67EF-4A15-AC8C-36DEA033F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041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75955-5CBC-4E1E-938B-2E0AA9E3A5D1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9E0CB1-67EF-4A15-AC8C-36DEA033F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667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9498" y="2184371"/>
            <a:ext cx="8763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Cloud-Based Secure Document Management System with Continuous Security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64359" y="3261589"/>
            <a:ext cx="594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CSA5803- DEVSECOPS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332005"/>
            <a:ext cx="289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GUIDED BY-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Dr. R. PITCHANDI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38600" y="5024229"/>
            <a:ext cx="49430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PRESENTED BY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SYED SANIYA IQBAL(192465043)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MANDA KRUTHIKA REDDY(192465037)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EZHILARASI S (192521187)</a:t>
            </a:r>
          </a:p>
        </p:txBody>
      </p:sp>
      <p:pic>
        <p:nvPicPr>
          <p:cNvPr id="8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52401"/>
            <a:ext cx="990600" cy="1143000"/>
          </a:xfrm>
          <a:prstGeom prst="rect">
            <a:avLst/>
          </a:prstGeom>
        </p:spPr>
      </p:pic>
      <p:pic>
        <p:nvPicPr>
          <p:cNvPr id="9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2399" y="134721"/>
            <a:ext cx="1305339" cy="10844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219200" y="156577"/>
            <a:ext cx="675805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spc="-210" dirty="0">
                <a:solidFill>
                  <a:srgbClr val="EE230C"/>
                </a:solidFill>
                <a:latin typeface="Times New Roman" pitchFamily="18" charset="0"/>
                <a:cs typeface="Times New Roman" pitchFamily="18" charset="0"/>
              </a:rPr>
              <a:t>SIMATS</a:t>
            </a:r>
            <a:r>
              <a:rPr lang="en-IN" sz="2400" b="1" spc="-135" dirty="0">
                <a:solidFill>
                  <a:srgbClr val="EE230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b="1" spc="-160" dirty="0">
                <a:solidFill>
                  <a:srgbClr val="EE230C"/>
                </a:solidFill>
                <a:latin typeface="Times New Roman" pitchFamily="18" charset="0"/>
                <a:cs typeface="Times New Roman" pitchFamily="18" charset="0"/>
              </a:rPr>
              <a:t>ENGINEERING</a:t>
            </a:r>
          </a:p>
          <a:p>
            <a:r>
              <a:rPr lang="en-US" sz="2400" b="1" spc="-165" dirty="0" err="1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Saveetha</a:t>
            </a:r>
            <a:r>
              <a:rPr lang="en-US" sz="2400" b="1" spc="-21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295" dirty="0" err="1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400" b="1" spc="-85" dirty="0" err="1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stitue</a:t>
            </a:r>
            <a:r>
              <a:rPr lang="en-US" sz="2400" b="1" spc="-85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2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400" b="1" spc="-34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55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</a:t>
            </a:r>
            <a:r>
              <a:rPr lang="en-US" sz="2400" b="1" spc="-25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10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b="1" spc="-22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605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="1" spc="-9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echnica</a:t>
            </a:r>
            <a:r>
              <a:rPr lang="en-US" sz="2400" b="1" spc="-8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b="1" spc="-21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1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Sciences </a:t>
            </a:r>
          </a:p>
          <a:p>
            <a:pPr algn="ctr"/>
            <a:r>
              <a:rPr lang="en-US" sz="2400" b="1" spc="-26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Chennai - </a:t>
            </a:r>
            <a:r>
              <a:rPr lang="en-US" sz="2400" b="1" spc="-28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602105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98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676400"/>
            <a:ext cx="83058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Cloud-based document management enables users to securely store, access, and share documents over the internet from any location.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Protecting sensitive data through encryption, authentication, and access control is essential in modern cloud environments.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Continuous security monitoring helps detect suspicious activities and potential cyber threats in real time.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Integrating security into cloud document management improves data confidentiality, integrity, and availability while reducing security risks.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This project combines secure cloud storage with continuous threat monitoring to provide a reliable and secure document management solution.</a:t>
            </a:r>
          </a:p>
        </p:txBody>
      </p:sp>
      <p:pic>
        <p:nvPicPr>
          <p:cNvPr id="6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31469" y="152400"/>
            <a:ext cx="1520062" cy="1342897"/>
          </a:xfrm>
          <a:prstGeom prst="rect">
            <a:avLst/>
          </a:prstGeom>
        </p:spPr>
      </p:pic>
      <p:pic>
        <p:nvPicPr>
          <p:cNvPr id="7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52400"/>
            <a:ext cx="110358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365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043432"/>
              </p:ext>
            </p:extLst>
          </p:nvPr>
        </p:nvGraphicFramePr>
        <p:xfrm>
          <a:off x="457200" y="1524000"/>
          <a:ext cx="8162725" cy="491348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32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2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2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2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25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96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Title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Year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Author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Advantage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Disadvantage</a:t>
                      </a:r>
                    </a:p>
                  </a:txBody>
                  <a:tcPr marL="62861" marR="62861" marT="31430" marB="3143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40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Security &amp; Privacy in Cloud Workflows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2023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N. Soveizi et al.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Strong cloud security review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No real-time monitoring</a:t>
                      </a:r>
                    </a:p>
                  </a:txBody>
                  <a:tcPr marL="62861" marR="62861" marT="31430" marB="3143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7844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Cloud-Based Document Management: Bibliometric Review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2024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D. Silva, C. Coutinho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Explains DMS trends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No security implementation</a:t>
                      </a:r>
                    </a:p>
                  </a:txBody>
                  <a:tcPr marL="62861" marR="62861" marT="31430" marB="3143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784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Secure Document Management Systems: A Review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2025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F. M. Ozman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Covers encryption &amp; access control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No practical framework</a:t>
                      </a:r>
                    </a:p>
                  </a:txBody>
                  <a:tcPr marL="62861" marR="62861" marT="31430" marB="3143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3874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Cloud-Native Security Techniques Survey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2025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T. Arif et al.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Covers Zero Trust &amp; cloud security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Not document-specific</a:t>
                      </a:r>
                    </a:p>
                  </a:txBody>
                  <a:tcPr marL="62861" marR="62861" marT="31430" marB="3143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3874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Jampile: Secure Cloud File Management Platform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2026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J. H. Macapato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Implements RBAC &amp; secure storage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No SIEM or threat detection</a:t>
                      </a:r>
                    </a:p>
                  </a:txBody>
                  <a:tcPr marL="62861" marR="62861" marT="31430" marB="3143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31469" y="152400"/>
            <a:ext cx="1520062" cy="1342897"/>
          </a:xfrm>
          <a:prstGeom prst="rect">
            <a:avLst/>
          </a:prstGeom>
        </p:spPr>
      </p:pic>
      <p:pic>
        <p:nvPicPr>
          <p:cNvPr id="12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52400"/>
            <a:ext cx="110358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78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Existing cloud document systems mainly focus on storage rather than continuous security monitoring.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Real-time detection of unauthorized access and cyber threats is still limited.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Many solutions provide encryption but lack integrated threat detection and alerting.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Audit logging and security event analysis are often insufficient for rapid incident response.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unified secure document management system with continuous monitoring is needed to improve cloud security.</a:t>
            </a:r>
          </a:p>
        </p:txBody>
      </p:sp>
      <p:pic>
        <p:nvPicPr>
          <p:cNvPr id="4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31469" y="152400"/>
            <a:ext cx="1520062" cy="1342897"/>
          </a:xfrm>
          <a:prstGeom prst="rect">
            <a:avLst/>
          </a:prstGeom>
        </p:spPr>
      </p:pic>
      <p:pic>
        <p:nvPicPr>
          <p:cNvPr id="5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52400"/>
            <a:ext cx="110358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625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establish a zero-trust environment for secure document access in the cloud.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safeguard sensitive documents using encryption and role-based authorization mechanisms.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enable continuous security monitoring for proactive identification of suspicious activities.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automate threat detection and alert generation for rapid incident response.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build a resilient cloud document management system by integrating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DevSecOps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security practices throughout the application lifecycle.</a:t>
            </a:r>
          </a:p>
        </p:txBody>
      </p:sp>
      <p:pic>
        <p:nvPicPr>
          <p:cNvPr id="4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31469" y="152400"/>
            <a:ext cx="1520062" cy="1342897"/>
          </a:xfrm>
          <a:prstGeom prst="rect">
            <a:avLst/>
          </a:prstGeom>
        </p:spPr>
      </p:pic>
      <p:pic>
        <p:nvPicPr>
          <p:cNvPr id="5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52400"/>
            <a:ext cx="110358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673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FF2A9892-64CE-69CE-9B4C-4C328C2F3DD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52401"/>
            <a:ext cx="914400" cy="10668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57E3AB4-7324-CED0-9E7E-C257686AB03C}"/>
              </a:ext>
            </a:extLst>
          </p:cNvPr>
          <p:cNvSpPr txBox="1">
            <a:spLocks/>
          </p:cNvSpPr>
          <p:nvPr/>
        </p:nvSpPr>
        <p:spPr>
          <a:xfrm>
            <a:off x="457200" y="7620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SYSTEM ARCHITECTURE</a:t>
            </a:r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CF3B8F7E-8AC4-82E2-D232-361DC65A49D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2399" y="152401"/>
            <a:ext cx="1179131" cy="1143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5751B5-ED9A-DCC0-3FAB-7FC9938DBA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3" t="13250" r="333" b="6750"/>
          <a:stretch>
            <a:fillRect/>
          </a:stretch>
        </p:blipFill>
        <p:spPr>
          <a:xfrm>
            <a:off x="0" y="1600200"/>
            <a:ext cx="9144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280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8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Module 1: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Secure User Authentication and Access Control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Module 2: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Secure Cloud Document Management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Module 3: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Continuous Security Monitoring and Threat Detection</a:t>
            </a:r>
          </a:p>
        </p:txBody>
      </p:sp>
      <p:pic>
        <p:nvPicPr>
          <p:cNvPr id="4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31469" y="152400"/>
            <a:ext cx="1520062" cy="1342897"/>
          </a:xfrm>
          <a:prstGeom prst="rect">
            <a:avLst/>
          </a:prstGeom>
        </p:spPr>
      </p:pic>
      <p:pic>
        <p:nvPicPr>
          <p:cNvPr id="5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52400"/>
            <a:ext cx="110358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59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990" y="1011936"/>
            <a:ext cx="6858000" cy="76200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MODULE 1</a:t>
            </a:r>
            <a:br>
              <a:rPr lang="en-US" sz="32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Secure User Authentication and Access Control</a:t>
            </a:r>
            <a:br>
              <a:rPr lang="en-US" sz="32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3200" b="1" dirty="0"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6700" y="2104897"/>
            <a:ext cx="8610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create an account by providing valid credentials, which are securely stored in the database.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verifies user credentials before granting access to prevent unauthorized entry.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(RBAC):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Different user roles (Admin, Manager, User) are assigned specific permissions based on responsibilities.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Management: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 user sessions are maintained using tokens, with automatic logout after inactivity.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 &amp; Access Control: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authenticated and authorized users can access, modify, or share cloud documents.</a:t>
            </a:r>
          </a:p>
          <a:p>
            <a:pPr marL="342900" indent="-342900" algn="just">
              <a:buFont typeface="Arial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7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4800" y="152401"/>
            <a:ext cx="1026730" cy="838199"/>
          </a:xfrm>
          <a:prstGeom prst="rect">
            <a:avLst/>
          </a:prstGeom>
        </p:spPr>
      </p:pic>
      <p:pic>
        <p:nvPicPr>
          <p:cNvPr id="8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52400"/>
            <a:ext cx="110358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295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392" y="493936"/>
            <a:ext cx="9067800" cy="1676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MODULE 2</a:t>
            </a:r>
          </a:p>
          <a:p>
            <a:pPr marL="0" indent="0" algn="ctr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Secure Cloud Document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1292" y="1943838"/>
            <a:ext cx="838200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File Upload &amp; Download: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can safely upload and retrieve documents through encrypted communication channels.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AES-256 Document Encryption: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Documents are encrypted before storage, ensuring data confidentiality even if storage is compromised.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Integration: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Encrypted documents are securely stored using cloud platforms such as AWS S3, Azure Blob Storage, or Firebase Storage.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Document Sharing: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Files can be shared only with authorized users while maintaining access restrictions.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Version Management: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Previous versions of documents are maintained to support recovery and change tracking.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Integrity &amp; Availability: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ensures documents remain protected, accurate, and accessible whenever required.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399" y="152401"/>
            <a:ext cx="1179131" cy="990600"/>
          </a:xfrm>
          <a:prstGeom prst="rect">
            <a:avLst/>
          </a:prstGeom>
        </p:spPr>
      </p:pic>
      <p:pic>
        <p:nvPicPr>
          <p:cNvPr id="6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52401"/>
            <a:ext cx="1103582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7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312" y="74677"/>
            <a:ext cx="8933688" cy="1342961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MODULE 3</a:t>
            </a:r>
          </a:p>
          <a:p>
            <a:pPr marL="0" indent="0" algn="ctr">
              <a:buNone/>
            </a:pPr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 Continuous Security Monitoring and </a:t>
            </a:r>
          </a:p>
          <a:p>
            <a:pPr marL="0" indent="0" algn="ctr">
              <a:buNone/>
            </a:pPr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Threat Detection</a:t>
            </a:r>
          </a:p>
          <a:p>
            <a:pPr marL="0" indent="0" algn="ctr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6344" y="1528890"/>
            <a:ext cx="8001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Activity Monitoring: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 login, upload, download, and sharing action is continuously monitored.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Collection &amp; Audit Trails: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activities are recorded to maintain a complete history for security audits and compliance.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Activity Detection: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analyses user behaviour to identify unauthorized access attempts or abnormal activities.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Alerts &amp; Notifications: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 alerts are sent to administrators when potential threats or policy violations are detected.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SIEM-Based Threat Analysis: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 events are analysed through a centralized dashboard for faster threat investigation.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Incident Response &amp; Reporting: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 reports help administrators respond quickly, reduce risks, and improve overall system protection.</a:t>
            </a:r>
          </a:p>
          <a:p>
            <a:pPr marL="342900" indent="-342900" algn="just">
              <a:buFont typeface="Arial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399" y="152401"/>
            <a:ext cx="1179131" cy="990600"/>
          </a:xfrm>
          <a:prstGeom prst="rect">
            <a:avLst/>
          </a:prstGeom>
        </p:spPr>
      </p:pic>
      <p:pic>
        <p:nvPicPr>
          <p:cNvPr id="6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52401"/>
            <a:ext cx="1103582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571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2D6A8-DA84-2880-C787-7DFCFF349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30B75-2E69-7AAF-6CBE-C55146293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17A0A-3FBE-FBA6-EC31-11B62FE9D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56" y="402903"/>
            <a:ext cx="8933688" cy="134296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FUTURE SCOPE</a:t>
            </a:r>
          </a:p>
          <a:p>
            <a:pPr marL="0" indent="0" algn="ctr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4148EB-E7FF-C920-03E6-322719C72A53}"/>
              </a:ext>
            </a:extLst>
          </p:cNvPr>
          <p:cNvSpPr txBox="1"/>
          <p:nvPr/>
        </p:nvSpPr>
        <p:spPr>
          <a:xfrm>
            <a:off x="676656" y="1997839"/>
            <a:ext cx="801014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Threat Detection and Predictive Security Analytics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Blockchain-Based Audit Logging for Enhanced Data Integrity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 Authentication Using Fingerprint and Facial Recognition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for Secure Document Access and Management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Incident Response with Advanced SIEM Integration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Risk Assessment and Continuous Compliance Monitoring</a:t>
            </a:r>
          </a:p>
          <a:p>
            <a:pPr marL="342900" indent="-342900" algn="just">
              <a:buFont typeface="Arial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A87322CD-4713-2559-AA46-D1BFC63FCBC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399" y="152401"/>
            <a:ext cx="1179131" cy="9906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E5269A79-BAD1-7E57-BCB0-B7BFB8F2013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52401"/>
            <a:ext cx="1103582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457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245FF53-77DA-846A-F297-0E3C4FA4299F}"/>
              </a:ext>
            </a:extLst>
          </p:cNvPr>
          <p:cNvSpPr txBox="1">
            <a:spLocks/>
          </p:cNvSpPr>
          <p:nvPr/>
        </p:nvSpPr>
        <p:spPr>
          <a:xfrm>
            <a:off x="0" y="381000"/>
            <a:ext cx="9067800" cy="685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A34B81-7217-DCA9-AD26-7BE43022CBA1}"/>
              </a:ext>
            </a:extLst>
          </p:cNvPr>
          <p:cNvSpPr txBox="1"/>
          <p:nvPr/>
        </p:nvSpPr>
        <p:spPr>
          <a:xfrm>
            <a:off x="3962400" y="1066800"/>
            <a:ext cx="489336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Secure Document Management System with Continuous Security Monitoring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secure and efficient platform for storing, accessing, and sharing documents in the cloud.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integrates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authentication, role-based access control (RBAC), AES-256 encryption, and secure cloud storage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protect sensitive information..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incorporating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solution enhances the confidentiality, integrity, and availability of documents while ensuring a scalable and reliable cloud environment.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proposed system offers a comprehensive approach to secure document management and strengthens organizational cybersecurity against modern threats.</a:t>
            </a: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BC586A3C-5FB6-DD5C-8B92-14CB7EFEFC2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399" y="152401"/>
            <a:ext cx="1179131" cy="990600"/>
          </a:xfrm>
          <a:prstGeom prst="rect">
            <a:avLst/>
          </a:prstGeom>
        </p:spPr>
      </p:pic>
      <p:pic>
        <p:nvPicPr>
          <p:cNvPr id="11" name="object 4">
            <a:extLst>
              <a:ext uri="{FF2B5EF4-FFF2-40B4-BE49-F238E27FC236}">
                <a16:creationId xmlns:a16="http://schemas.microsoft.com/office/drawing/2014/main" id="{EF52384D-4752-D0CC-AEDB-C6E9471F2D9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52401"/>
            <a:ext cx="1103582" cy="1143000"/>
          </a:xfrm>
          <a:prstGeom prst="rect">
            <a:avLst/>
          </a:prstGeom>
        </p:spPr>
      </p:pic>
      <p:pic>
        <p:nvPicPr>
          <p:cNvPr id="12" name="Picture 11" descr="Cloud Storage Security">
            <a:extLst>
              <a:ext uri="{FF2B5EF4-FFF2-40B4-BE49-F238E27FC236}">
                <a16:creationId xmlns:a16="http://schemas.microsoft.com/office/drawing/2014/main" id="{C9348F9A-46E2-8172-69A4-308E2FE8D3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560" r="10169"/>
          <a:stretch>
            <a:fillRect/>
          </a:stretch>
        </p:blipFill>
        <p:spPr>
          <a:xfrm>
            <a:off x="304800" y="2060376"/>
            <a:ext cx="3371385" cy="251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000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36825B-ACCD-B6CE-4A3C-89D664C5E2C5}"/>
              </a:ext>
            </a:extLst>
          </p:cNvPr>
          <p:cNvSpPr txBox="1"/>
          <p:nvPr/>
        </p:nvSpPr>
        <p:spPr>
          <a:xfrm>
            <a:off x="1447800" y="2767280"/>
            <a:ext cx="7239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lvl="0">
              <a:defRPr kern="0"/>
            </a:defPPr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rPr lang="en-IN" sz="8000" dirty="0">
                <a:solidFill>
                  <a:schemeClr val="tx2"/>
                </a:solidFill>
                <a:latin typeface="Copperplate Gothic Light" panose="020E0507020206020404" pitchFamily="34" charset="0"/>
              </a:rPr>
              <a:t>THANK YOU</a:t>
            </a:r>
          </a:p>
        </p:txBody>
      </p:sp>
      <p:pic>
        <p:nvPicPr>
          <p:cNvPr id="3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52400"/>
            <a:ext cx="1103582" cy="1342897"/>
          </a:xfrm>
          <a:prstGeom prst="rect">
            <a:avLst/>
          </a:prstGeom>
        </p:spPr>
      </p:pic>
      <p:pic>
        <p:nvPicPr>
          <p:cNvPr id="4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31469" y="152400"/>
            <a:ext cx="152006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772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929</Words>
  <Application>Microsoft Office PowerPoint</Application>
  <PresentationFormat>On-screen Show (4:3)</PresentationFormat>
  <Paragraphs>107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Copperplate Gothic Light</vt:lpstr>
      <vt:lpstr>Times New Roman</vt:lpstr>
      <vt:lpstr>Wingdings</vt:lpstr>
      <vt:lpstr>Office Theme</vt:lpstr>
      <vt:lpstr>PowerPoint Presentation</vt:lpstr>
      <vt:lpstr>INTRODUCTION</vt:lpstr>
      <vt:lpstr>LITERATURE SURVEY</vt:lpstr>
      <vt:lpstr>PROBLEM STATEMENT</vt:lpstr>
      <vt:lpstr>OBJECTIVES</vt:lpstr>
      <vt:lpstr>PowerPoint Presentation</vt:lpstr>
      <vt:lpstr>MODULES</vt:lpstr>
      <vt:lpstr>MODULE 1  Secure User Authentication and Access Control  </vt:lpstr>
      <vt:lpstr> </vt:lpstr>
      <vt:lpstr> </vt:lpstr>
      <vt:lpstr>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WELCOME</dc:creator>
  <cp:lastModifiedBy>ezhil saravanan</cp:lastModifiedBy>
  <cp:revision>10</cp:revision>
  <dcterms:created xsi:type="dcterms:W3CDTF">2026-07-28T06:09:52Z</dcterms:created>
  <dcterms:modified xsi:type="dcterms:W3CDTF">2026-08-02T17:09:25Z</dcterms:modified>
</cp:coreProperties>
</file>